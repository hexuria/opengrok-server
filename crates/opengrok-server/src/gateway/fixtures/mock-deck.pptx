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/>
          </p:nvPr>
        </p:nvSpPr>
        <p:spPr>
          <a:xfrm>
            <a:off x="0" y="0"/>
            <a:ext cx="6858000" cy="45719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Speaker notes for slide three.</a:t>
            </a:r>
          </a:p>
          <a:p>
            <a:pPr lvl="0"/>
            <a:r>
              <a:rPr lang="en-US" dirty="0"/>
              <a:t>A reader that shows only slide bodies will not show this line.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Mock deck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Three slides, built by scripts/make-document-fixtures.py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What this slide is for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/>
          </p:nvPr>
        </p:nvSpPr>
        <p:spPr>
          <a:xfrm>
            <a:off x="685800" y="1600200"/>
            <a:ext cx="77724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A first-level bullet</a:t>
            </a:r>
          </a:p>
          <a:p>
            <a:pPr lvl="1"/>
            <a:r>
              <a:rPr lang="en-US" dirty="0"/>
              <a:t>A second-level bullet under it</a:t>
            </a:r>
          </a:p>
          <a:p>
            <a:pPr lvl="2"/>
            <a:r>
              <a:rPr lang="en-US" dirty="0"/>
              <a:t>A third level, to prove nesting survives</a:t>
            </a:r>
          </a:p>
          <a:p>
            <a:pPr lvl="0"/>
            <a:r>
              <a:rPr lang="en-US" dirty="0"/>
              <a:t>Back to the first level</a:t>
            </a:r>
          </a:p>
          <a:p>
            <a:pPr lvl="1"/>
            <a:r>
              <a:rPr lang="en-US" dirty="0"/>
              <a:t>One more child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A slide with a picture</a:t>
            </a:r>
          </a:p>
        </p:txBody>
      </p:sp>
      <p:pic>
        <p:nvPicPr>
          <p:cNvPr id="4" name="Mock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2743200" cy="2743200"/>
          </a:xfrm>
          <a:prstGeom prst="rect">
            <a:avLst/>
          </a:prstGeom>
        </p:spPr>
      </p:pic>
      <p:sp>
        <p:nvSpPr>
          <p:cNvPr id="5" name="Caption"/>
          <p:cNvSpPr>
            <a:spLocks noGrp="1"/>
          </p:cNvSpPr>
          <p:nvPr/>
        </p:nvSpPr>
        <p:spPr>
          <a:xfrm>
            <a:off x="3810000" y="1600200"/>
            <a:ext cx="4648200" cy="114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The picture is ppt/media/image1.png, a real PNG.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ck">
  <a:themeElements>
    <a:clrScheme name="Mock">
      <a:dk1>
        <a:sysClr val="windowText" lastClr="000000"/>
      </a:dk1>
      <a:lt1>
        <a:sysClr val="window" lastClr="FFFFFF"/>
      </a:lt1>
      <a:dk2>
        <a:srgbClr val="1F1F1F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c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Mo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